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286000"/>
            <a:ext cx="18288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WeakPointsController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383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94A3B8"/>
                </a:solidFill>
                <a:latin typeface="Microsoft YaHei"/>
              </a:defRPr>
            </a:pPr>
            <a:r>
              <a:t>薄弱点分析与练习推荐控制器 — 代码讲解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Spring Boot REST API  ·  Java  .  Swagger/OpenAPI  ·  AI Tutor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LeapMind — 智能学习辅导系统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整体架构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Controller → Service → Database / AI 的分层设计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54864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685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Microsoft YaHei"/>
              </a:defRPr>
            </a:pPr>
            <a:r>
              <a:t>前端模块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0515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M1 首页  ·  M4 课程  ·  M5 测评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1148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42519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  <a:latin typeface="Microsoft YaHei"/>
              </a:defRPr>
            </a:pPr>
            <a:r>
              <a:t>WeakPointsController (本文件)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6177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REST 端点 · 参数校验 · 统一响应 · 日志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7772400"/>
            <a:ext cx="9418320" cy="914400"/>
          </a:xfrm>
          <a:prstGeom prst="roundRect">
            <a:avLst>
              <a:gd name="adj" fmla="val 8000"/>
            </a:avLst>
          </a:prstGeom>
          <a:solidFill>
            <a:srgbClr val="25254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7909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WeakPointsService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82753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业务逻辑 · 数据库查询 · AI 调用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3375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6126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8778240"/>
            <a:ext cx="3657600" cy="77724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254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8869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0B981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9189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薄弱点 · 练习记录 · 知识图谱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8778240"/>
            <a:ext cx="3657600" cy="77724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254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88696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Microsoft YaHei"/>
              </a:defRPr>
            </a:pPr>
            <a:r>
              <a:t>Python AI 服务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91897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综合分析 · 学习建议 · 推荐算法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类结构与注解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Spring 注解驱动的 REST 控制器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1064240" cy="91440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@Slf4j                    // Lombok → log 对象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@RestController           // @Controller + @ResponseBody（返回 JSON）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@RequestMapping("/api")   // 所有端点统一前缀 /api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@RequiredArgsConstructor  // 为 final 字段自动生成构造器注入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@Tag(name="薄弱点分析")    // Swagger/OpenAPI 文档分组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11064240" cy="1188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🔌 依赖注入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46120"/>
            <a:ext cx="11064240" cy="54864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300">
                <a:solidFill>
                  <a:srgbClr val="C9D1D9"/>
                </a:solidFill>
                <a:latin typeface="Consolas"/>
              </a:defRPr>
            </a:pPr>
            <a:r>
              <a:t>private final WeakPointsService weakPointsService;  // 构造器注入（推荐方式）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206240"/>
            <a:ext cx="11064240" cy="146304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C3AED"/>
                </a:solidFill>
                <a:latin typeface="Microsoft YaHei"/>
              </a:defRPr>
            </a:pPr>
            <a:r>
              <a:t>📦 导入的 VO / DTO 类型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754880"/>
            <a:ext cx="11064240" cy="82296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ExerciseRecordRequest    // 练习记录请求体（DTO）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ExerciseVO               // 练习视图对象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KnowledgeGraphVO         // 知识图谱（节点 + 边）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RecommendQuestionVO      // 推荐题目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UserWeakPointVO          // 用户薄弱点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WeakPointsAnalysisVO     // AI 综合分析结果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7 个 REST 端点总览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按功能分为：查询 · AI分析 · 推荐 · 记录 · 知识图谱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6420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/api/weak-points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664208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查询薄弱点列表（按学科/状态过滤）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04288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22576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/api/weak-points/{userId}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22576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查询单个用户的薄弱点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62656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980944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/api/weak-points/{userId}/analysis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80944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触发 AI 综合分析 + 学习建议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21024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3931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/api/exercises/recommend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639312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获取推荐练习（去重7天内已做）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279392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297679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/api/exercises/record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297679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记录练习结果并自动更新薄弱点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937759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56047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/api/weak-points/recommend-questions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4956047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根据薄弱程度推荐对应难度题目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96128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614416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onsolas"/>
              </a:defRPr>
            </a:pPr>
            <a:r>
              <a:t>/api/weak-points/knowledge-graph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5614416"/>
            <a:ext cx="5029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知识图谱（节点 + 前置依赖边）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端点详解 (1/3) — 薄弱点查询 &amp; AI 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29260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/api/weak-points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Long userId,          // 必填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String subject,       // 可选：学科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String status         // 可选：状态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// status 可选值：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//   ACTIVE    — 待解决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//   RESOLVED  — 已解决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//   IMPROVING — 改善中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返回：List&lt;UserWeakPointVO&gt;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29260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600200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/api/weak-points/{userId}/analysis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@PathVariable Long userId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// 调用 Python AI 服务：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//   1. 综合分析薄弱点数据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//   2. 生成个性化学习建议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//   3. 识别知识盲区 + 改进路径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返回：WeakPointsAnalysisVO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├─ 整体分析报告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└─ 学习建议列表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💡 两个端点互为补充：先 GET 查看薄弱点列表，再 POST 触发 AI 深度分析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端点详解 (2/3) — 练习推荐 &amp; 结果记录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29260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/api/exercises/recommend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Long userId,             // 必填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String subject,          // 可选：学科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String knowledgePoint,   // 可选：知识点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@RequestParam(defaultValue="5") count, // 数量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推荐逻辑：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1. 自动排除 7 天内已做练习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2. 优先推荐已解决错题的知识点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3. 按薄弱程度排序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返回：List&lt;ExerciseVO&gt;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29260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600200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/api/exercises/record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@RequestBody @Valid ExerciseRecordRequest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请求体 ExerciseRecordRequest：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{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"userId":     1001,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"exerciseId": 2001,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"isCorrect":  true,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"timeTaken":  45,        // 秒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"answer":     "B"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效果：自动更新薄弱点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├─ 重新计算正确率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└─ 更新状态 ACTIVE/RESOLVED/IMPROVING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🔄 闭环流程：获取推荐 → 完成练习 → 记录结果 → 自动更新薄弱点 → 下一轮推荐更精准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端点详解 (3/3) — 题目推荐 &amp; 知识图谱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5394960" cy="29260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00200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/api/weak-points/recommend-questions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01168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Long userId,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String knowledgePoint,  // 必填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@RequestParam(defaultValue="5") count,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自适应难度策略：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薄弱程度 HIGH   → 基础题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薄弱程度 MEDIUM → 中等题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薄弱程度 LOW    → 提高题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用途：薄弱点详情页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点击某个薄弱知识点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→ 推荐对应难度练习题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返回：List&lt;RecommendQuestionVO&gt;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63040"/>
            <a:ext cx="5394960" cy="29260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92240" y="1600200"/>
            <a:ext cx="594360" cy="292608"/>
          </a:xfrm>
          <a:prstGeom prst="roundRect">
            <a:avLst>
              <a:gd name="adj" fmla="val 3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 b="1">
                <a:solidFill>
                  <a:srgbClr val="FFFFFF"/>
                </a:solidFill>
                <a:latin typeface="Consolas"/>
              </a:defRPr>
            </a:pPr>
            <a:r>
              <a:t>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600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onsolas"/>
              </a:defRPr>
            </a:pPr>
            <a:r>
              <a:t>/api/weak-points/knowledge-graph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11680"/>
            <a:ext cx="5303520" cy="224028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Long userId,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@RequestParam String subject,  // 可选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KnowledgeGraphVO 结构：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{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nodes: [                     // 知识点节点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{id, name, masteryLevel,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status, subject}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],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edges: [                     // 前置依赖边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{source, target, relation}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]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}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                                  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100">
                <a:solidFill>
                  <a:srgbClr val="C9D1D9"/>
                </a:solidFill>
                <a:latin typeface="Consolas"/>
              </a:defRPr>
            </a:pPr>
            <a:r>
              <a:t>前端可用 ECharts / D3.js 可视化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75488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8463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📊 知识图谱展示知识点之间的前置依赖关系，帮助规划学习路径（先修 A 再学 B）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统一错误处理模式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每一个端点方法的 try-catch 结构完全相同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Microsoft YaHei"/>
              </a:defRPr>
            </a:pPr>
            <a:r>
              <a:t>📝 标准模板（所有 7 个端点共用）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20240"/>
            <a:ext cx="7772400" cy="347472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try {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1. 记录请求日志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log.info("操作: param1={}, param2={}", p1, p2);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2. 调用 Service 层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ResultType result = weakPointsService.someMethod(params);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3. 返回成功响应 (HTTP 200)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return ResponseEntity.ok(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ApiResponse.success(result, "成功消息"));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} catch (Exception e) {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4. 记录错误日志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log.error("操作失败: {}", e.getMessage());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// 5. 返回错误响应 (HTTP 400)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return ResponseEntity.badRequest()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          .body(ApiResponse.error(400, e.getMessage()));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0" y="1920240"/>
            <a:ext cx="2926080" cy="34747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20574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ApiResponse 结构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32520" y="2468880"/>
            <a:ext cx="2834640" cy="1828800"/>
          </a:xfrm>
          <a:prstGeom prst="roundRect">
            <a:avLst>
              <a:gd name="adj" fmla="val 5000"/>
            </a:avLst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{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"code":    200,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"message": "查询成功",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  "data":    [ ... ]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 sz="1200">
                <a:solidFill>
                  <a:srgbClr val="C9D1D9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4572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成功：200 + data</a:t>
            </a:r>
            <a:br/>
            <a:r>
              <a:t>失败：400 +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760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⚡ 优点：前后端约定的统一响应格式 → 前端只需判断 code 即可统一处理成功/失败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数据流全景图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164592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Microsoft YaHei"/>
              </a:defRPr>
            </a:pPr>
            <a:r>
              <a:t>从前端请求到数据库 / AI 服务的完整链路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55448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  <a:latin typeface="Microsoft YaHei"/>
              </a:defRPr>
            </a:pPr>
            <a:r>
              <a:t>🌐 前端页面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M1 首页 · M4 课程 · M5 测评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3317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51760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381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7432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⚙️ WeakPointsController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17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Consolas"/>
              </a:defRPr>
            </a:pPr>
            <a:r>
              <a:t>@RequestMapping("/api")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42900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2FF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3200400" cy="73152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04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Microsoft YaHei"/>
              </a:defRPr>
            </a:pPr>
            <a:r>
              <a:t>🔧 WeakPointsService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业务逻辑层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754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2FF"/>
                </a:solidFill>
                <a:latin typeface="Microsoft YaHei"/>
              </a:defRPr>
            </a:pPr>
            <a:r>
              <a:t>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1206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12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  <a:latin typeface="Microsoft YaHei"/>
              </a:defRPr>
            </a:pPr>
            <a:r>
              <a:t>🗄️ Database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486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MySQL / JPA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34640" y="512064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252540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521208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Microsoft YaHei"/>
              </a:defRPr>
            </a:pPr>
            <a:r>
              <a:t>🤖 AI 服务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4864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Python 微服务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12080" y="1554480"/>
            <a:ext cx="6400800" cy="429768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0" y="173736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01  请求参数校验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011679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通过 @RequestParam(required=false)</a:t>
            </a:r>
            <a:br/>
            <a:r>
              <a:t>和 @Valid 自动校验输入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256032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02  请求日志记录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2834639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每个方法进入时通过 log.info()</a:t>
            </a:r>
            <a:br/>
            <a:r>
              <a:t>记录关键参数，便于排查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338328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03  业务委托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365760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所有逻辑委托给 Service 层，</a:t>
            </a:r>
            <a:br/>
            <a:r>
              <a:t>Controller 只做协调，不写业务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420624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04  统一响应包装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480559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ApiResponse&lt;T&gt; 统一包裹</a:t>
            </a:r>
            <a:br/>
            <a:r>
              <a:t>code + message +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029200"/>
            <a:ext cx="5943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2FF"/>
                </a:solidFill>
                <a:latin typeface="Microsoft YaHei"/>
              </a:defRPr>
            </a:pPr>
            <a:r>
              <a:t>05  错误统一处理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5303520"/>
            <a:ext cx="5943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try-catch 捕获所有异常</a:t>
            </a:r>
            <a:br/>
            <a:r>
              <a:t>返回 HTTP 400 + 错误消息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371600"/>
            <a:ext cx="18288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042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🎯 职责单一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3042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Controller 只负责接收请求、参数校验、调用 Service、返回响应，不包含任何业务逻辑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92608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358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📐 统一模式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303580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7 个端点采用完全一致的 try-catch 结构，日志格式、响应格式高度统一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65760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767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🔗 分层解耦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76732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Controller → Service → Repository 三层架构，每层职责清晰，易于测试和维护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38912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988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📊 Swagger 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49884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@Tag / @Operation / @Parameter 注解自动生成 OpenAPI 文档，前后端协作友好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2303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🔄 闭环设计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23036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查询薄弱点 → 推荐练习 → 记录结果 → 自动更新 → 优化下次推荐，形成自适应学习循环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852160"/>
            <a:ext cx="11064240" cy="594360"/>
          </a:xfrm>
          <a:prstGeom prst="roundRect">
            <a:avLst>
              <a:gd name="adj" fmla="val 4000"/>
            </a:avLst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961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Microsoft YaHei"/>
              </a:defRPr>
            </a:pPr>
            <a:r>
              <a:t>🤖 AI 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5961888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通过 Python AI 服务提供深度分析能力，JVM 只做协调，AI 做重计算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379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LeapMind AI Tutor Backend — Java Spring Boot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0080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